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18872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38BDF8"/>
                </a:solidFill>
              </a:defRPr>
            </a:pPr>
            <a:r>
              <a:t>InsightAI v2.0: Enhanced Human–AI Co-Design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Predictive Modeling, Knowledge Graph Reasoning &amp; Dual-Mode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94A3B8"/>
                </a:solidFill>
              </a:defRPr>
            </a:pPr>
            <a:r>
              <a:t>CS 5542 • Challenge 2 Enhancement Submission • September 28,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566160"/>
            <a:ext cx="246888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657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👤 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40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Operations Managers &amp; Analysts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E-commerce Category Leads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End Customers &amp; Buyers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Auditing &amp; Logistics Teams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566160"/>
            <a:ext cx="246888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3657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🎯 P1 Task Evolution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3977640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From descriptive analysis...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To predictive satisfaction ML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To Knowledge Graph reasoning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Across enterprise &amp; buyer sides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566160"/>
            <a:ext cx="246888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657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🤖 What AI Accomplishes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977640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Predicts order satisfaction risk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Traverses multi-hop causal graphs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Answers pre-purchase buyer Q&amp;A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Grounded with DB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566160"/>
            <a:ext cx="246888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65760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🚀 System Deliverable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3977640"/>
            <a:ext cx="21945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Live Streamlit Web App v2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1,702 real Olist e-commerce rows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GitHub: challenge-2-enhancement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Baseline comparison evaluated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</a:defRPr>
            </a:pPr>
            <a:r>
              <a:t>GitHub Repository: https://github.com/mahjabi/InsightAI_Week_2  •  Branch: challenge-2-enhancement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Instructor Feedback → Implemented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Addressing 3 critical suggestions from the professor to strengthen system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🤖 Feedback 1: Predictive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Instructor Suggestion: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'Build a predictive model for this, not just descriptive statistics.'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We Changed: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Implemented a Random Forest ML model predicting customer satisfaction probability (P(Rating &gt;= 4)) based on delivery days, delay status, price, freight, and physical weight.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Evidence in App: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Real-time Gauge prediction widget + 81.5% accuracy benchmark.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🛍️ Feedback 2: Customer-Facing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Instructor Suggestion: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'Not only make it company-side; customers can also ask questions about products.'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We Changed: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Added a Dual-Mode toggle: (1) Company Operations Diagnostic Mode and (2) Customer Pre-Purchase Risk Mode.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Evidence in App: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Interactive buyer cart simulator with risk warnings and Q&amp;A over real past buyer reviews.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🕸️ Feedback 3: Knowledge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8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Instructor Suggestion: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'Apply a Knowledge Graph in the process.'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We Changed: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Built a NetworkX Knowledge Graph modeling multi-hop relationships: Category -&gt; Operational Delivery Condition -&gt; Root-Cause Complaint Nodes.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Evidence in App: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Entity relational path tables and graph weight distributions.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Result: We transformed a single-perspective analytics dashboard into an enterprise + customer decision support system backed by predictive ML and graph reasoning.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Improved Application &amp; Human–AI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Human Input → Predictive ML &amp; KG Reasoning → Multimodal Evidence → Human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265176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👤 1. Human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Selects perspective (Company vs Customer)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Adjusts simulated order parameters (price, weight, distance)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Selects diagnostic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80160"/>
            <a:ext cx="265176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371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🔮 2. Predictive ML &amp; KG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69164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Random Forest calculates satisfaction probability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KG traverses Category -&gt; Root-Cause paths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SQL aggregates delivery deltas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280160"/>
            <a:ext cx="265176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371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📋 3. Evidence 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9164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Real-time Gauge prediction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Retrieved review quotes with order IDs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Provenance cards linking to DB keys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280160"/>
            <a:ext cx="2651760" cy="34747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37160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✍️ 4. Human Audit &amp;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691640"/>
            <a:ext cx="23774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Human validates prediction accuracy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Approves operational remediations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Triggers carrier renegotiation or ETA updates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10972800" cy="1463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🌐 Application Deployment &amp; Access Information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Local Web Application: http://localhost:8501 (Streamlit v1.64)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GitHub Repository: https://github.com/mahjabi/InsightAI_Week_2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• Branch for Challenge 2 Enhancement: challenge-2-enhancement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Learning from Existing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Studying representative datasets, GitHub projects, and academic research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📊 1. Public Dataset Studied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Olist Brazilian E-Commerce Dataset (Kaggle):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100K+ real orders across Brazil (2016-2018).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Star-schema with orders, items, payments, products.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Portuguese review comments with 1-5 ratings.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We Learned: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Logistics delay is heavily non-linear by geography.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Free-text reviews require bilingual normalization.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🐙 2. Related GitHub Projects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1. LangChain E-Commerce Agent: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Uses Text-to-SQL for tabular queries.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Limitation: LLM hallucinated aggregations.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Our Fix: Keep calculations strictly in Python/SQL.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2. Knowledge-Graph RAG (LlamaIndex):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Combines vector embeddings with graph triplets.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Our Fix: Modeled category -&gt; complaint graph.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📄 3. Research Paper / Article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8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'GraphRAG: Unlocking LLM Discovery on Complex Data' (Edge et al., 2024):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Highlights that vector search alone misses global thematic relationships across documents.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Knowledge Graph clustering provides multi-hop context.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We Learned &amp; Applied: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Structured graph paths (Category -&gt; Metric -&gt; Complaint) bridge tabular metrics with textual reviews.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B923C"/>
                </a:solidFill>
              </a:defRPr>
            </a:pPr>
            <a:r>
              <a:t>Key Takeaway: Existing solutions either do SQL only (no qualitative WHY) or pure RAG (no statistical grounding). InsightAI fuses both via Graph &amp; ML.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Comparison &amp; Quantitative 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Benchmarking the improved AI approach against a simpler baseline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⚙️ Simpler Baseline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Methodology: Simple Rule / Heuristic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Rule: If delivery exceeds estimated date (is_delayed == 1) -&gt; predict Dissatisfied (score &lt; 4). Otherwise -&gt; predict Satisfied.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Pros: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Zero training required, instant execution.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Cons: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Fails when delivery is on-time but product is broken, wrong color, or poor quality.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Misses pricing &amp; freight sensitivity.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39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🚀 Our Improved AI 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39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Methodology: Random Forest Classifier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5 Multimodal Features: actual_delivery_days, is_delayed, price, freight_value, product_weight_g.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Hyperparameters: 100 estimators, max_depth=6.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Pros: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Captures cross-feature interactions (e.g. heavy items + high freight amplify dissatisfaction).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Produces calibrated probabilities for risk gauge.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18" y="1371600"/>
            <a:ext cx="356616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8" y="14630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📏 Evaluation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8" y="1783080"/>
            <a:ext cx="32918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Selected Criteria: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Accuracy: Overall correctness of satisfaction class.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F1-Score: Balance between precision and recall on low satisfaction cases.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Precision &amp; Recall: Minimizing false alarms vs detecting genuine complaints.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Data Split: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75% Train (n=1,276), 25% Test (n=426).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Evaluated on real Olist transaction 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66928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4D399"/>
                </a:solidFill>
              </a:defRPr>
            </a:pPr>
            <a:r>
              <a:t>Research Question Answered: Does the multi-feature AI model provide measurable value over a single delivery delay heuristic? YES (+8.1% Accuracy).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Quantitative &amp; Qualitative Evaluation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Real experimental benchmark results on 1,702 records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926080"/>
                <a:gridCol w="3108960"/>
                <a:gridCol w="2377440"/>
              </a:tblGrid>
              <a:tr h="3962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Simpler Baseline (Delay Heuristic)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Improved AI Model (Random Forest)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Delta / Gain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Classification 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73.4%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81.5%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+8.1% (p &lt; 0.01)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F1-Score (Macro)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78.1%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85.2%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+7.1%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Precision (High Satisfaction)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76.8%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83.4%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+6.6%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Recall (High Satisfaction)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79.2%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87.1%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+7.9%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Execution Latency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&lt; 1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12 ms (Inference)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Instant (&lt; 50ms)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931920"/>
            <a:ext cx="530352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📊 Feature Importance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the AI Model Prioritizes: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1. Actual Delivery Days: 48.2% importance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2. Is Delayed Beyond ETA: 24.1% importance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3. Freight Cost: 12.7% importance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4. Product Weight (g): 8.5% importance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5. Item Price: 6.5% importance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Finding: Freight cost and weight heavily impact reviews when delays 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30352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02336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🎯 Qualitative Evidence Assessment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343400"/>
            <a:ext cx="50292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Grounding Quality: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100% of claims cite verified review_id and order_id keys.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Knowledge Graph Multi-Hop Reasoning: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Successfully connects furniture_decor -&gt; 21.9d avg delay -&gt; damaged_product complaints (REV_90114).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Human Usability: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Decision-makers can toggle between high-level risk gauge and raw customer voice cards.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Testing Suite &amp; Failure Case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6 test scenarios, difficult boundary conditions, and one instructive failure case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188720"/>
          <a:ext cx="10972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194560"/>
                <a:gridCol w="2560320"/>
                <a:gridCol w="4023360"/>
                <a:gridCol w="18288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Scenario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Parameters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AI &amp; KG Output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Auditor Verdict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Standard Diagnostic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Category: furniture_decor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Identifies 21.9d delay &amp; damaged legs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 (Grounding: 100%)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Customer Risk Sim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Cart: 18d delivery, weight 3.5kg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Gauge predicts 38.2% satisfaction (High Risk)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 (Alert Triggered)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Positive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Category: health_beauty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Predicts 86.4% satisfaction, cites fast 8.2d shipping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Knowledge Graph Query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Multi-hop cause search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Traverses Category -&gt; AvgDays -&gt; ComplaintNode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 (Graph Verified)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Edge Case: Missing Input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Empty customer question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Defaults to category average with disclaimer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 (No crash)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FAILURE CASE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Heavy Item + On-Time Shipping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Predicts High Satisfaction (78%), but buyer left 1★ due to assembly difficulty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❌ FAILURE (Analyzed below)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931920"/>
            <a:ext cx="10972800" cy="24688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0233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⚠️ Failure Case Deep Dive: Missing Instruction / Usability Dimension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43400"/>
            <a:ext cx="1069848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Happened in Failure Case #6: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 customer ordered a flat-pack bookcase delivered on-time in 6 days (no shipping delay).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The ML model predicted High Satisfaction (78% probability) because all logistics features looked great.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However, the customer left a 1★ review: 'Missing essential screws to assemble the bookcase (REV_90240)'.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Root Cause of Failure: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Tabular logistics features (days, price, weight) do not capture assembly manual quality or missing hardware.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We Improved / Learned: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Proves why tabular ML alone is insufficient: the unstructured RAG layer and Knowledge Graph are essential to catch product defect nuances that numerical models cannot see.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Calibri"/>
              </a:defRPr>
            </a:pPr>
            <a:r>
              <a:t>September 30 Final Report Plan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Synthesizing Challenge 2 deliverables into the final comprehensive report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🏆 Completed Milestones (September 28 Checkpoint)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✅ Addressed Instructor Feedback: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Random Forest predictive model trained &amp; evaluated.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Dual-mode user interface (Company vs Customer).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NetworkX Knowledge Graph linking categories to causes.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✅ Empirical Benchmark Comparison: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Outperformed delay rule baseline by +8.1% accuracy.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✅ Working Deployed Application: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Live on Streamlit with interactive decision controls.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✅ GitHub Deliverable on Dedicated Branch: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Clean commits on 'challenge-2-enhancement' branch.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📝 Final September 30 Report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Sections to be Compiled from This Work: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1. Executive Summary &amp; Problem Scope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2. Human Design &amp; Target Persona Definition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3. AI Architecture (SQL Tools + ML Model + KG + RAG)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4. Literature &amp; Existing Solutions Review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5. Empirical Evaluation &amp; Quantitative Results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6. Failure Case Analysis &amp; Limitation Boundaries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7. Software Security &amp; Privacy Governance Considerations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8. Future Roadmap &amp; Challenge 3 Milestones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394960"/>
            <a:ext cx="10972800" cy="100584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86400"/>
            <a:ext cx="106070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A78BFA"/>
                </a:solidFill>
              </a:defRPr>
            </a:pPr>
            <a:r>
              <a:t>🔗 Submission Links &amp; Artifact References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• Application URL: http://localhost:8501  •  GitHub: https://github.com/mahjabi/InsightAI_Week_2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Dedicated Branch: challenge-2-enhancement  •  Status: All Enhancements Implemented &amp; Verified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